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dae9085261459c" /><Relationship Type="http://schemas.openxmlformats.org/officeDocument/2006/relationships/extended-properties" Target="/docProps/app.xml" Id="R22ca8803807147ff" /><Relationship Type="http://schemas.openxmlformats.org/officeDocument/2006/relationships/officeDocument" Target="/ppt/presentation.xml" Id="Rf51a7f8807e547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d8e4e92eecf4726"/>
  </p:sldMasterIdLst>
  <p:notesMasterIdLst>
    <p:notesMasterId xmlns:r="http://schemas.openxmlformats.org/officeDocument/2006/relationships" r:id="R1d82be695b444a4a"/>
  </p:notesMasterIdLst>
  <p:sldIdLst>
    <p:sldId xmlns:r="http://schemas.openxmlformats.org/officeDocument/2006/relationships" id="256" r:id="R582edc9a7d7d4571"/>
    <p:sldId xmlns:r="http://schemas.openxmlformats.org/officeDocument/2006/relationships" id="257" r:id="Ra963f16a8a364eda"/>
    <p:sldId xmlns:r="http://schemas.openxmlformats.org/officeDocument/2006/relationships" id="258" r:id="R3b45148c027f4c6b"/>
  </p:sldIdLst>
  <p:sldSz cx="9144000" cy="5143500"/>
  <p:notesSz cx="6858000" cy="9144000"/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3f8051aeb24bc8" /><Relationship Type="http://schemas.openxmlformats.org/officeDocument/2006/relationships/slideMaster" Target="/ppt/slideMasters/slideMaster1.xml" Id="R1d8e4e92eecf4726" /><Relationship Type="http://schemas.openxmlformats.org/officeDocument/2006/relationships/notesMaster" Target="/ppt/notesMasters/notesMaster1.xml" Id="R1d82be695b444a4a" /><Relationship Type="http://schemas.openxmlformats.org/officeDocument/2006/relationships/presProps" Target="/ppt/presProps.xml" Id="R3debaa04101b4563" /><Relationship Type="http://schemas.openxmlformats.org/officeDocument/2006/relationships/viewProps" Target="/ppt/viewProps.xml" Id="R24c2cddaa6cf4758" /><Relationship Type="http://schemas.openxmlformats.org/officeDocument/2006/relationships/tableStyles" Target="/ppt/tableStyles.xml" Id="Rabcf7e4f75fc4013" /><Relationship Type="http://schemas.openxmlformats.org/officeDocument/2006/relationships/slide" Target="/ppt/slides/slide1.xml" Id="R582edc9a7d7d4571" /><Relationship Type="http://schemas.openxmlformats.org/officeDocument/2006/relationships/slide" Target="/ppt/slides/slide2.xml" Id="Ra963f16a8a364eda" /><Relationship Type="http://schemas.openxmlformats.org/officeDocument/2006/relationships/slide" Target="/ppt/slides/slide3.xml" Id="R3b45148c027f4c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e6ca246ba343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8829f8c4d384654" /><Relationship Type="http://schemas.openxmlformats.org/officeDocument/2006/relationships/notesMaster" Target="/ppt/notesMasters/notesMaster1.xml" Id="Ra68df6e43f4f4e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349314af8b40d3" /><Relationship Type="http://schemas.openxmlformats.org/officeDocument/2006/relationships/notesMaster" Target="/ppt/notesMasters/notesMaster1.xml" Id="R99a3140a3dc34f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1ce8c3b9874a93" /><Relationship Type="http://schemas.openxmlformats.org/officeDocument/2006/relationships/notesMaster" Target="/ppt/notesMasters/notesMaster1.xml" Id="R9df01c576d0146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JanaMen — проект команды 37 для кейса Digital HR. Демонстрационные люди, правила и данные синтетические.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Платформа объединяет HR-процессы, заявки на отпуск и аванс, каталог обучения и поиск по внутренним документам. Кадровые факты только для чтения. Данные в презентации демонстрационные. 1С:ЗУП и Documentolog представлены mock-интеграциями.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Синтетический пример. HR публикует новую редакцию правила. Сотрудник видит «Раньше / Теперь» и отвечает на практический вопрос. Руководитель проверяет, кто ознакомился. Неверный ответ можно исправить повторной попыткой. Демонстрационный регламент не является правилом Jana Post. Браузерная и публичная приёмка именно этого нового сценария не подтверждена.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df5a283d7346b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4c025d83aa441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95a4befaf440a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2ae1fb238c4d4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71eecbb6ba4d2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14ac2142344d5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d9639a300b4d7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1fcb2a30ec4e1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09da312f8f424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f4fcd12ee0465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0cf46ca04944dc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5">
            <a:extLst xmlns:a="http://schemas.openxmlformats.org/drawingml/2006/main">
              <a:ext uri="{FF2B5EF4-FFF2-40B4-BE49-F238E27FC236}">
                <a16:creationId xmlns:a16="http://schemas.microsoft.com/office/drawing/2014/main" id="{1A6B4055-473C-4D47-9DF9-1E44D7AEC1A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5">
            <a:extLst xmlns:a="http://schemas.openxmlformats.org/drawingml/2006/main">
              <a:ext uri="{FF2B5EF4-FFF2-40B4-BE49-F238E27FC236}">
                <a16:creationId xmlns:a16="http://schemas.microsoft.com/office/drawing/2014/main" id="{8A081347-F8C8-4D66-B054-301E4670C98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5">
            <a:extLst xmlns:a="http://schemas.openxmlformats.org/drawingml/2006/main">
              <a:ext uri="{FF2B5EF4-FFF2-40B4-BE49-F238E27FC236}">
                <a16:creationId xmlns:a16="http://schemas.microsoft.com/office/drawing/2014/main" id="{7DFA356F-14FA-43CD-864F-47E6AED43D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6">
            <a:extLst xmlns:a="http://schemas.openxmlformats.org/drawingml/2006/main">
              <a:ext uri="{FF2B5EF4-FFF2-40B4-BE49-F238E27FC236}">
                <a16:creationId xmlns:a16="http://schemas.microsoft.com/office/drawing/2014/main" id="{E2F06177-D55E-4DA8-9DE8-A110CCF24D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5" name="Google Shape;15;p6">
            <a:extLst xmlns:a="http://schemas.openxmlformats.org/drawingml/2006/main">
              <a:ext uri="{FF2B5EF4-FFF2-40B4-BE49-F238E27FC236}">
                <a16:creationId xmlns:a16="http://schemas.microsoft.com/office/drawing/2014/main" id="{3D56607D-96DB-4DFB-BF00-70D74F5B43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6" name="Google Shape;16;p6">
            <a:extLst xmlns:a="http://schemas.openxmlformats.org/drawingml/2006/main">
              <a:ext uri="{FF2B5EF4-FFF2-40B4-BE49-F238E27FC236}">
                <a16:creationId xmlns:a16="http://schemas.microsoft.com/office/drawing/2014/main" id="{48EDAAFD-4458-40CC-97FE-134541DD78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ogle Shape;18;p7">
            <a:extLst xmlns:a="http://schemas.openxmlformats.org/drawingml/2006/main">
              <a:ext uri="{FF2B5EF4-FFF2-40B4-BE49-F238E27FC236}">
                <a16:creationId xmlns:a16="http://schemas.microsoft.com/office/drawing/2014/main" id="{4BA104FC-01A9-4B7E-8120-B80ECA2B50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9" name="Google Shape;19;p7">
            <a:extLst xmlns:a="http://schemas.openxmlformats.org/drawingml/2006/main">
              <a:ext uri="{FF2B5EF4-FFF2-40B4-BE49-F238E27FC236}">
                <a16:creationId xmlns:a16="http://schemas.microsoft.com/office/drawing/2014/main" id="{5107DFC3-041E-40C7-BBCB-273E946206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8">
            <a:extLst xmlns:a="http://schemas.openxmlformats.org/drawingml/2006/main">
              <a:ext uri="{FF2B5EF4-FFF2-40B4-BE49-F238E27FC236}">
                <a16:creationId xmlns:a16="http://schemas.microsoft.com/office/drawing/2014/main" id="{3C03C821-358B-4EA0-9DED-AC891D91C8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8">
            <a:extLst xmlns:a="http://schemas.openxmlformats.org/drawingml/2006/main">
              <a:ext uri="{FF2B5EF4-FFF2-40B4-BE49-F238E27FC236}">
                <a16:creationId xmlns:a16="http://schemas.microsoft.com/office/drawing/2014/main" id="{26815CE2-4F97-4F4B-B501-EBF7C71F6F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8">
            <a:extLst xmlns:a="http://schemas.openxmlformats.org/drawingml/2006/main">
              <a:ext uri="{FF2B5EF4-FFF2-40B4-BE49-F238E27FC236}">
                <a16:creationId xmlns:a16="http://schemas.microsoft.com/office/drawing/2014/main" id="{A66E3FFC-75BC-4E98-A75D-69E1DFB46E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8">
            <a:extLst xmlns:a="http://schemas.openxmlformats.org/drawingml/2006/main">
              <a:ext uri="{FF2B5EF4-FFF2-40B4-BE49-F238E27FC236}">
                <a16:creationId xmlns:a16="http://schemas.microsoft.com/office/drawing/2014/main" id="{4ACAE5EC-5CEE-4856-B056-EBEDB28869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9">
            <a:extLst xmlns:a="http://schemas.openxmlformats.org/drawingml/2006/main">
              <a:ext uri="{FF2B5EF4-FFF2-40B4-BE49-F238E27FC236}">
                <a16:creationId xmlns:a16="http://schemas.microsoft.com/office/drawing/2014/main" id="{BDDE837A-7945-45E2-98B1-951405B728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9">
            <a:extLst xmlns:a="http://schemas.openxmlformats.org/drawingml/2006/main">
              <a:ext uri="{FF2B5EF4-FFF2-40B4-BE49-F238E27FC236}">
                <a16:creationId xmlns:a16="http://schemas.microsoft.com/office/drawing/2014/main" id="{D3422D67-02A5-4E5A-849F-A4E0A7E884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10">
            <a:extLst xmlns:a="http://schemas.openxmlformats.org/drawingml/2006/main">
              <a:ext uri="{FF2B5EF4-FFF2-40B4-BE49-F238E27FC236}">
                <a16:creationId xmlns:a16="http://schemas.microsoft.com/office/drawing/2014/main" id="{51BA65A7-EFA2-4279-9575-AC8715309E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10">
            <a:extLst xmlns:a="http://schemas.openxmlformats.org/drawingml/2006/main">
              <a:ext uri="{FF2B5EF4-FFF2-40B4-BE49-F238E27FC236}">
                <a16:creationId xmlns:a16="http://schemas.microsoft.com/office/drawing/2014/main" id="{AC454C41-F5D0-4E04-9DAF-794FD653EC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10">
            <a:extLst xmlns:a="http://schemas.openxmlformats.org/drawingml/2006/main">
              <a:ext uri="{FF2B5EF4-FFF2-40B4-BE49-F238E27FC236}">
                <a16:creationId xmlns:a16="http://schemas.microsoft.com/office/drawing/2014/main" id="{BD7B4255-D59E-4A2D-9E6B-3A9A6977A5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11">
            <a:extLst xmlns:a="http://schemas.openxmlformats.org/drawingml/2006/main">
              <a:ext uri="{FF2B5EF4-FFF2-40B4-BE49-F238E27FC236}">
                <a16:creationId xmlns:a16="http://schemas.microsoft.com/office/drawing/2014/main" id="{0891AD13-CEE2-4DF7-B1DB-929680A08A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11">
            <a:extLst xmlns:a="http://schemas.openxmlformats.org/drawingml/2006/main">
              <a:ext uri="{FF2B5EF4-FFF2-40B4-BE49-F238E27FC236}">
                <a16:creationId xmlns:a16="http://schemas.microsoft.com/office/drawing/2014/main" id="{F4D93A56-E37E-4D04-82C3-5B1F0A699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12">
            <a:extLst xmlns:a="http://schemas.openxmlformats.org/drawingml/2006/main">
              <a:ext uri="{FF2B5EF4-FFF2-40B4-BE49-F238E27FC236}">
                <a16:creationId xmlns:a16="http://schemas.microsoft.com/office/drawing/2014/main" id="{C8766FA1-97E6-468F-A960-188D9F7D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12">
            <a:extLst xmlns:a="http://schemas.openxmlformats.org/drawingml/2006/main">
              <a:ext uri="{FF2B5EF4-FFF2-40B4-BE49-F238E27FC236}">
                <a16:creationId xmlns:a16="http://schemas.microsoft.com/office/drawing/2014/main" id="{302CEA46-988B-4988-9204-17F0AED69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12">
            <a:extLst xmlns:a="http://schemas.openxmlformats.org/drawingml/2006/main">
              <a:ext uri="{FF2B5EF4-FFF2-40B4-BE49-F238E27FC236}">
                <a16:creationId xmlns:a16="http://schemas.microsoft.com/office/drawing/2014/main" id="{135A669A-86CC-4733-AD26-D76C8B489FD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12">
            <a:extLst xmlns:a="http://schemas.openxmlformats.org/drawingml/2006/main">
              <a:ext uri="{FF2B5EF4-FFF2-40B4-BE49-F238E27FC236}">
                <a16:creationId xmlns:a16="http://schemas.microsoft.com/office/drawing/2014/main" id="{FE4DDDC8-3110-4011-A7A6-ED30152E5D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12">
            <a:extLst xmlns:a="http://schemas.openxmlformats.org/drawingml/2006/main">
              <a:ext uri="{FF2B5EF4-FFF2-40B4-BE49-F238E27FC236}">
                <a16:creationId xmlns:a16="http://schemas.microsoft.com/office/drawing/2014/main" id="{79416879-0492-40A3-AD95-BA8087C83F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3">
            <a:extLst xmlns:a="http://schemas.openxmlformats.org/drawingml/2006/main">
              <a:ext uri="{FF2B5EF4-FFF2-40B4-BE49-F238E27FC236}">
                <a16:creationId xmlns:a16="http://schemas.microsoft.com/office/drawing/2014/main" id="{7F048238-B122-44D4-B833-379746487D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3">
            <a:extLst xmlns:a="http://schemas.openxmlformats.org/drawingml/2006/main">
              <a:ext uri="{FF2B5EF4-FFF2-40B4-BE49-F238E27FC236}">
                <a16:creationId xmlns:a16="http://schemas.microsoft.com/office/drawing/2014/main" id="{56B5797E-D565-4480-830D-0D7B935246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4">
            <a:extLst xmlns:a="http://schemas.openxmlformats.org/drawingml/2006/main">
              <a:ext uri="{FF2B5EF4-FFF2-40B4-BE49-F238E27FC236}">
                <a16:creationId xmlns:a16="http://schemas.microsoft.com/office/drawing/2014/main" id="{82A8381A-2724-4A5D-BC09-F671DEF1E0A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4">
            <a:extLst xmlns:a="http://schemas.openxmlformats.org/drawingml/2006/main">
              <a:ext uri="{FF2B5EF4-FFF2-40B4-BE49-F238E27FC236}">
                <a16:creationId xmlns:a16="http://schemas.microsoft.com/office/drawing/2014/main" id="{A19CDD66-7075-451F-A83C-D4BDCF7C33C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4">
            <a:extLst xmlns:a="http://schemas.openxmlformats.org/drawingml/2006/main">
              <a:ext uri="{FF2B5EF4-FFF2-40B4-BE49-F238E27FC236}">
                <a16:creationId xmlns:a16="http://schemas.microsoft.com/office/drawing/2014/main" id="{BC359A3C-86B6-45C5-BED6-CC3B99399C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5">
            <a:extLst xmlns:a="http://schemas.openxmlformats.org/drawingml/2006/main">
              <a:ext uri="{FF2B5EF4-FFF2-40B4-BE49-F238E27FC236}">
                <a16:creationId xmlns:a16="http://schemas.microsoft.com/office/drawing/2014/main" id="{10F9BFFF-BB1A-4271-BA40-725770762E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98056aa0124b52" /><Relationship Type="http://schemas.openxmlformats.org/officeDocument/2006/relationships/slideLayout" Target="/ppt/slideLayouts/slideLayout1.xml" Id="R1c5bf065715a4935" /><Relationship Type="http://schemas.openxmlformats.org/officeDocument/2006/relationships/slideLayout" Target="/ppt/slideLayouts/slideLayout2.xml" Id="R0c00ef121ac8456d" /><Relationship Type="http://schemas.openxmlformats.org/officeDocument/2006/relationships/slideLayout" Target="/ppt/slideLayouts/slideLayout3.xml" Id="R7911e6274f5c47cb" /><Relationship Type="http://schemas.openxmlformats.org/officeDocument/2006/relationships/slideLayout" Target="/ppt/slideLayouts/slideLayout4.xml" Id="R262433eef2314cc6" /><Relationship Type="http://schemas.openxmlformats.org/officeDocument/2006/relationships/slideLayout" Target="/ppt/slideLayouts/slideLayout5.xml" Id="R7b11384f5583466d" /><Relationship Type="http://schemas.openxmlformats.org/officeDocument/2006/relationships/slideLayout" Target="/ppt/slideLayouts/slideLayout6.xml" Id="Rcd4d50c141444e1e" /><Relationship Type="http://schemas.openxmlformats.org/officeDocument/2006/relationships/slideLayout" Target="/ppt/slideLayouts/slideLayout7.xml" Id="R2e59e1b64e8940fb" /><Relationship Type="http://schemas.openxmlformats.org/officeDocument/2006/relationships/slideLayout" Target="/ppt/slideLayouts/slideLayout8.xml" Id="R21db46e2db7446a4" /><Relationship Type="http://schemas.openxmlformats.org/officeDocument/2006/relationships/slideLayout" Target="/ppt/slideLayouts/slideLayout9.xml" Id="R249ede650c36433a" /><Relationship Type="http://schemas.openxmlformats.org/officeDocument/2006/relationships/slideLayout" Target="/ppt/slideLayouts/slideLayout10.xml" Id="R472ba3dbe9ed44a4" /><Relationship Type="http://schemas.openxmlformats.org/officeDocument/2006/relationships/slideLayout" Target="/ppt/slideLayouts/slideLayout11.xml" Id="Ra645bbeaf6564636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4">
            <a:extLst xmlns:a="http://schemas.openxmlformats.org/drawingml/2006/main">
              <a:ext uri="{FF2B5EF4-FFF2-40B4-BE49-F238E27FC236}">
                <a16:creationId xmlns:a16="http://schemas.microsoft.com/office/drawing/2014/main" id="{9A6223F0-4AD6-4537-B27B-F8BDAF0586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7" name="Google Shape;7;p4">
            <a:extLst xmlns:a="http://schemas.openxmlformats.org/drawingml/2006/main">
              <a:ext uri="{FF2B5EF4-FFF2-40B4-BE49-F238E27FC236}">
                <a16:creationId xmlns:a16="http://schemas.microsoft.com/office/drawing/2014/main" id="{BBB43F11-7A49-486C-9C16-E8A5C6EB43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marR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9144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13716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18288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22860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27432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32004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36576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4114800" marR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8" name="Google Shape;8;p4">
            <a:extLst xmlns:a="http://schemas.openxmlformats.org/drawingml/2006/main">
              <a:ext uri="{FF2B5EF4-FFF2-40B4-BE49-F238E27FC236}">
                <a16:creationId xmlns:a16="http://schemas.microsoft.com/office/drawing/2014/main" id="{C18BFAB4-16EF-4756-9CDD-E086B8ACB0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5bf065715a4935"/>
    <p:sldLayoutId xmlns:r="http://schemas.openxmlformats.org/officeDocument/2006/relationships" id="2147483650" r:id="R0c00ef121ac8456d"/>
    <p:sldLayoutId xmlns:r="http://schemas.openxmlformats.org/officeDocument/2006/relationships" id="2147483651" r:id="R7911e6274f5c47cb"/>
    <p:sldLayoutId xmlns:r="http://schemas.openxmlformats.org/officeDocument/2006/relationships" id="2147483652" r:id="R262433eef2314cc6"/>
    <p:sldLayoutId xmlns:r="http://schemas.openxmlformats.org/officeDocument/2006/relationships" id="2147483653" r:id="R7b11384f5583466d"/>
    <p:sldLayoutId xmlns:r="http://schemas.openxmlformats.org/officeDocument/2006/relationships" id="2147483654" r:id="Rcd4d50c141444e1e"/>
    <p:sldLayoutId xmlns:r="http://schemas.openxmlformats.org/officeDocument/2006/relationships" id="2147483655" r:id="R2e59e1b64e8940fb"/>
    <p:sldLayoutId xmlns:r="http://schemas.openxmlformats.org/officeDocument/2006/relationships" id="2147483656" r:id="R21db46e2db7446a4"/>
    <p:sldLayoutId xmlns:r="http://schemas.openxmlformats.org/officeDocument/2006/relationships" id="2147483657" r:id="R249ede650c36433a"/>
    <p:sldLayoutId xmlns:r="http://schemas.openxmlformats.org/officeDocument/2006/relationships" id="2147483658" r:id="R472ba3dbe9ed44a4"/>
    <p:sldLayoutId xmlns:r="http://schemas.openxmlformats.org/officeDocument/2006/relationships" id="2147483659" r:id="Ra645bbeaf656463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4ab6515ce4223" /><Relationship Type="http://schemas.openxmlformats.org/officeDocument/2006/relationships/image" Target="/ppt/media/image.png" Id="Rafb687d366124982" /><Relationship Type="http://schemas.openxmlformats.org/officeDocument/2006/relationships/notesSlide" Target="/ppt/notesSlides/notesSlide1.xml" Id="R7c3d33e2089643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143d1383014d0b" /><Relationship Type="http://schemas.openxmlformats.org/officeDocument/2006/relationships/notesSlide" Target="/ppt/notesSlides/notesSlide2.xml" Id="R900fa07864954f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ff58c4a2154fa1" /><Relationship Type="http://schemas.openxmlformats.org/officeDocument/2006/relationships/notesSlide" Target="/ppt/notesSlides/notesSlide3.xml" Id="R7d7ca63b4e554be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">
            <a:extLst xmlns:a="http://schemas.openxmlformats.org/drawingml/2006/main">
              <a:ext uri="{FF2B5EF4-FFF2-40B4-BE49-F238E27FC236}">
                <a16:creationId xmlns:a16="http://schemas.microsoft.com/office/drawing/2014/main" id="{B5324D97-1D07-471A-9CE9-AC2147C10EF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t>JanaMen</a:t>
            </a:r>
            <a:endParaRPr/>
          </a:p>
        </p:txBody>
      </p:sp>
      <p:sp>
        <p:nvSpPr>
          <p:cNvPr id="55" name="Google Shape;55;p1">
            <a:extLst xmlns:a="http://schemas.openxmlformats.org/drawingml/2006/main">
              <a:ext uri="{FF2B5EF4-FFF2-40B4-BE49-F238E27FC236}">
                <a16:creationId xmlns:a16="http://schemas.microsoft.com/office/drawing/2014/main" id="{C8422AF3-325C-4263-8E0A-0793A2675A8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>Кейс Digital HR · Команда 37</a:t>
            </a:r>
            <a:endParaRPr/>
          </a:p>
        </p:txBody>
      </p:sp>
      <p:pic>
        <p:nvPicPr>
          <p:cNvPr id="56" name="Google Shape;56;p1">
            <a:extLst xmlns:a="http://schemas.openxmlformats.org/drawingml/2006/main">
              <a:ext uri="{FF2B5EF4-FFF2-40B4-BE49-F238E27FC236}">
                <a16:creationId xmlns:a16="http://schemas.microsoft.com/office/drawing/2014/main" id="{D7C85FD7-EA17-460A-930B-78DE7F952F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b687d36612498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4356099" cy="7445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Google Shape;57;p1">
            <a:extLst xmlns:a="http://schemas.openxmlformats.org/drawingml/2006/main">
              <a:ext uri="{FF2B5EF4-FFF2-40B4-BE49-F238E27FC236}">
                <a16:creationId xmlns:a16="http://schemas.microsoft.com/office/drawing/2014/main" id="{ABAACD40-6DEB-4763-A335-52D8A0B0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6575" y="4670225"/>
            <a:ext cx="2316000" cy="3962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Караганда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188005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2">
            <a:extLst xmlns:a="http://schemas.openxmlformats.org/drawingml/2006/main">
              <a:ext uri="{FF2B5EF4-FFF2-40B4-BE49-F238E27FC236}">
                <a16:creationId xmlns:a16="http://schemas.microsoft.com/office/drawing/2014/main" id="{2C11A4F6-FC1B-4A7C-A6C3-C0DFD5302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 fontScale="9136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>Краткое описание проделанной работы</a:t>
            </a:r>
            <a:endParaRPr/>
          </a:p>
        </p:txBody>
      </p:sp>
      <p:sp>
        <p:nvSpPr>
          <p:cNvPr id="63" name="overview lead">
            <a:extLst xmlns:a="http://schemas.openxmlformats.org/drawingml/2006/main">
              <a:ext uri="{FF2B5EF4-FFF2-40B4-BE49-F238E27FC236}">
                <a16:creationId xmlns:a16="http://schemas.microsoft.com/office/drawing/2014/main" id="{6E2D7055-DAD9-433F-9CCA-98C2453A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34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Единая HR-платформа для сотрудников Jana Post.</a:t>
            </a:r>
          </a:p>
        </p:txBody>
      </p:sp>
      <p:sp>
        <p:nvSpPr>
          <p:cNvPr id="64" name="overview heading 1">
            <a:extLst xmlns:a="http://schemas.openxmlformats.org/drawingml/2006/main">
              <a:ext uri="{FF2B5EF4-FFF2-40B4-BE49-F238E27FC236}">
                <a16:creationId xmlns:a16="http://schemas.microsoft.com/office/drawing/2014/main" id="{C5904252-900E-4E09-87AE-F65B2F47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Заявки</a:t>
            </a:r>
          </a:p>
        </p:txBody>
      </p:sp>
      <p:sp>
        <p:nvSpPr>
          <p:cNvPr id="65" name="overview detail 1">
            <a:extLst xmlns:a="http://schemas.openxmlformats.org/drawingml/2006/main">
              <a:ext uri="{FF2B5EF4-FFF2-40B4-BE49-F238E27FC236}">
                <a16:creationId xmlns:a16="http://schemas.microsoft.com/office/drawing/2014/main" id="{E4F39484-1B98-4DEA-8792-2775D81C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09750"/>
            <a:ext cx="626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5959"/>
                </a:solidFill>
                <a:latin typeface="Arial"/>
                <a:ea typeface="Arial"/>
                <a:cs typeface="Arial"/>
              </a:rPr>
              <a:t>Отпуск и аванс: подача, статусы и история решения.</a:t>
            </a:r>
          </a:p>
        </p:txBody>
      </p:sp>
      <p:sp>
        <p:nvSpPr>
          <p:cNvPr id="66" name="overview heading 2">
            <a:extLst xmlns:a="http://schemas.openxmlformats.org/drawingml/2006/main">
              <a:ext uri="{FF2B5EF4-FFF2-40B4-BE49-F238E27FC236}">
                <a16:creationId xmlns:a16="http://schemas.microsoft.com/office/drawing/2014/main" id="{2E09D91A-9698-40B9-8F65-74FAD485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28875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Обучение</a:t>
            </a:r>
          </a:p>
        </p:txBody>
      </p:sp>
      <p:sp>
        <p:nvSpPr>
          <p:cNvPr id="67" name="overview detail 2">
            <a:extLst xmlns:a="http://schemas.openxmlformats.org/drawingml/2006/main">
              <a:ext uri="{FF2B5EF4-FFF2-40B4-BE49-F238E27FC236}">
                <a16:creationId xmlns:a16="http://schemas.microsoft.com/office/drawing/2014/main" id="{96EB472B-A91A-46DD-8F87-B5D36B32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28875"/>
            <a:ext cx="626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5959"/>
                </a:solidFill>
                <a:latin typeface="Arial"/>
                <a:ea typeface="Arial"/>
                <a:cs typeface="Arial"/>
              </a:rPr>
              <a:t>Jana Academy хранит прогресс по 30 курсам.</a:t>
            </a:r>
          </a:p>
        </p:txBody>
      </p:sp>
      <p:sp>
        <p:nvSpPr>
          <p:cNvPr id="68" name="overview heading 3">
            <a:extLst xmlns:a="http://schemas.openxmlformats.org/drawingml/2006/main">
              <a:ext uri="{FF2B5EF4-FFF2-40B4-BE49-F238E27FC236}">
                <a16:creationId xmlns:a16="http://schemas.microsoft.com/office/drawing/2014/main" id="{E248D1BA-DC14-48B0-9265-696418A7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Помощник Jana</a:t>
            </a:r>
          </a:p>
        </p:txBody>
      </p:sp>
      <p:sp>
        <p:nvSpPr>
          <p:cNvPr id="69" name="overview detail 3">
            <a:extLst xmlns:a="http://schemas.openxmlformats.org/drawingml/2006/main">
              <a:ext uri="{FF2B5EF4-FFF2-40B4-BE49-F238E27FC236}">
                <a16:creationId xmlns:a16="http://schemas.microsoft.com/office/drawing/2014/main" id="{C6446976-E26C-4E00-95CB-3421662C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48000"/>
            <a:ext cx="626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5959"/>
                </a:solidFill>
                <a:latin typeface="Arial"/>
                <a:ea typeface="Arial"/>
                <a:cs typeface="Arial"/>
              </a:rPr>
              <a:t>Отвечает по документам и указывает источник.</a:t>
            </a:r>
          </a:p>
        </p:txBody>
      </p:sp>
      <p:sp>
        <p:nvSpPr>
          <p:cNvPr id="70" name="overview heading 4">
            <a:extLst xmlns:a="http://schemas.openxmlformats.org/drawingml/2006/main">
              <a:ext uri="{FF2B5EF4-FFF2-40B4-BE49-F238E27FC236}">
                <a16:creationId xmlns:a16="http://schemas.microsoft.com/office/drawing/2014/main" id="{1BE68ACE-3C84-4614-A98B-6FFB85F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67125"/>
            <a:ext cx="209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Роли</a:t>
            </a:r>
          </a:p>
        </p:txBody>
      </p:sp>
      <p:sp>
        <p:nvSpPr>
          <p:cNvPr id="71" name="overview detail 4">
            <a:extLst xmlns:a="http://schemas.openxmlformats.org/drawingml/2006/main">
              <a:ext uri="{FF2B5EF4-FFF2-40B4-BE49-F238E27FC236}">
                <a16:creationId xmlns:a16="http://schemas.microsoft.com/office/drawing/2014/main" id="{13C64BF3-B023-4C8D-B89E-0023DC2B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67125"/>
            <a:ext cx="626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595959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95959"/>
                </a:solidFill>
                <a:latin typeface="Arial"/>
                <a:ea typeface="Arial"/>
                <a:cs typeface="Arial"/>
              </a:rPr>
              <a:t>Сотрудник, руководитель и HR видят свои рабочие процессы.</a:t>
            </a:r>
          </a:p>
        </p:txBody>
      </p:sp>
    </p:spTree>
    <p:extLst>
      <p:ext uri="{BB962C8B-B14F-4D97-AF65-F5344CB8AC3E}">
        <p14:creationId xmlns:p14="http://schemas.microsoft.com/office/powerpoint/2010/main" val="110987469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" name="Google Shape;68;p3">
            <a:extLst xmlns:a="http://schemas.openxmlformats.org/drawingml/2006/main">
              <a:ext uri="{FF2B5EF4-FFF2-40B4-BE49-F238E27FC236}">
                <a16:creationId xmlns:a16="http://schemas.microsoft.com/office/drawing/2014/main" id="{74ABA009-C9C4-4DCE-BC81-4A334BE586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defPPr algn="l">
              <a:defRPr sz="39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  <a:lvl1pPr algn="l">
              <a:defRPr sz="39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1pPr>
            <a:lvl2pPr algn="l">
              <a:defRPr sz="39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2pPr>
            <a:lvl3pPr algn="l">
              <a:defRPr sz="39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3pPr>
            <a:lvl4pPr algn="l">
              <a:defRPr sz="39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4pPr>
            <a:lvl5pPr algn="l">
              <a:defRPr sz="39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5pPr>
            <a:lvl6pPr algn="l">
              <a:defRPr sz="39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6pPr>
            <a:lvl7pPr algn="l">
              <a:defRPr sz="39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7pPr>
            <a:lvl8pPr algn="l">
              <a:defRPr sz="39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8pPr>
            <a:lvl9pPr algn="l">
              <a:defRPr sz="39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  <a:defRPr sz="39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9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Демонстрация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69982150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2026-10-18T12:05:57.6930000Z</dcterms:created>
  <dcterms:modified xsi:type="dcterms:W3CDTF">2026-10-18T12:05:57.6930000Z</dcterms:modified>
</coreProperties>
</file>