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b089b89ae74b57" /><Relationship Type="http://schemas.openxmlformats.org/officeDocument/2006/relationships/extended-properties" Target="/docProps/app.xml" Id="R3f88de0fb48f4b77" /><Relationship Type="http://schemas.openxmlformats.org/officeDocument/2006/relationships/officeDocument" Target="/ppt/presentation.xml" Id="Rd6ea8a0b1046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49f9ee3d545f7"/>
  </p:sldMasterIdLst>
  <p:notesMasterIdLst>
    <p:notesMasterId xmlns:r="http://schemas.openxmlformats.org/officeDocument/2006/relationships" r:id="R0b56a0bedb864e7b"/>
  </p:notesMasterIdLst>
  <p:sldIdLst>
    <p:sldId xmlns:r="http://schemas.openxmlformats.org/officeDocument/2006/relationships" id="256" r:id="R8982235e094e4be3"/>
    <p:sldId xmlns:r="http://schemas.openxmlformats.org/officeDocument/2006/relationships" id="257" r:id="R3be493eedc364a77"/>
    <p:sldId xmlns:r="http://schemas.openxmlformats.org/officeDocument/2006/relationships" id="258" r:id="R5ed43c70565446d7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884ef1c5274645" /><Relationship Type="http://schemas.openxmlformats.org/officeDocument/2006/relationships/slideMaster" Target="/ppt/slideMasters/slideMaster1.xml" Id="R9ab49f9ee3d545f7" /><Relationship Type="http://schemas.openxmlformats.org/officeDocument/2006/relationships/notesMaster" Target="/ppt/notesMasters/notesMaster1.xml" Id="R0b56a0bedb864e7b" /><Relationship Type="http://schemas.openxmlformats.org/officeDocument/2006/relationships/presProps" Target="/ppt/presProps.xml" Id="Ra8979acfcf124201" /><Relationship Type="http://schemas.openxmlformats.org/officeDocument/2006/relationships/viewProps" Target="/ppt/viewProps.xml" Id="R1f60dfdb9da34227" /><Relationship Type="http://schemas.openxmlformats.org/officeDocument/2006/relationships/tableStyles" Target="/ppt/tableStyles.xml" Id="Ra656a9d35f334681" /><Relationship Type="http://schemas.openxmlformats.org/officeDocument/2006/relationships/slide" Target="/ppt/slides/slide1.xml" Id="R8982235e094e4be3" /><Relationship Type="http://schemas.openxmlformats.org/officeDocument/2006/relationships/slide" Target="/ppt/slides/slide2.xml" Id="R3be493eedc364a77" /><Relationship Type="http://schemas.openxmlformats.org/officeDocument/2006/relationships/slide" Target="/ppt/slides/slide3.xml" Id="R5ed43c70565446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9e7df102a3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beab40f3c04316" /><Relationship Type="http://schemas.openxmlformats.org/officeDocument/2006/relationships/notesMaster" Target="/ppt/notesMasters/notesMaster1.xml" Id="R335ca7fe6c0e4b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ea86c13c6348aa" /><Relationship Type="http://schemas.openxmlformats.org/officeDocument/2006/relationships/notesMaster" Target="/ppt/notesMasters/notesMaster1.xml" Id="R5769b4f14f2c49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400b180e934a4c" /><Relationship Type="http://schemas.openxmlformats.org/officeDocument/2006/relationships/notesMaster" Target="/ppt/notesMasters/notesMaster1.xml" Id="Raa8c7675bcaa4f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JanaMen — проект команды 37 для кейса Digital HR. Демонстрационные люди, правила и данные синтетические.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Платформа объединяет HR-процессы, заявки на отпуск и аванс, каталог обучения и поиск по внутренним документам. Кадровые факты только для чтения. Данные в презентации демонстрационные. 1С:ЗУП и Documentolog представлены mock-интеграциями.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Синтетический пример. HR публикует новую редакцию правила. Сотрудник видит «Раньше / Теперь» и отвечает на практический вопрос. Руководитель проверяет, кто ознакомился. Неверный ответ можно исправить повторной попыткой. Демонстрационный регламент не является правилом Jana Post. Браузерная и публичная приёмка именно этого нового сценария не подтверждена.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fa1b6624a4d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7da8e62c643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f41f1fdd04e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fc6772bfe46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d322f58fd47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d4107c45e49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372a0dee844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1fe11a89f458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529a630984c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5c495ffb049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c65eadc03436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5">
            <a:extLst xmlns:a="http://schemas.openxmlformats.org/drawingml/2006/main">
              <a:ext uri="{FF2B5EF4-FFF2-40B4-BE49-F238E27FC236}">
                <a16:creationId xmlns:a16="http://schemas.microsoft.com/office/drawing/2014/main" id="{7D9E3097-F1CE-4320-8B92-2F1617630A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504048B8-978B-440F-98F6-B75AC3E665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962897C0-5B56-4F7A-B9AA-643E638104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B7EEF452-72EB-461D-8E6B-34728289D0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6">
            <a:extLst xmlns:a="http://schemas.openxmlformats.org/drawingml/2006/main">
              <a:ext uri="{FF2B5EF4-FFF2-40B4-BE49-F238E27FC236}">
                <a16:creationId xmlns:a16="http://schemas.microsoft.com/office/drawing/2014/main" id="{0EC322C3-B515-4CD9-AE19-BDE52EB06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" name="Google Shape;16;p6">
            <a:extLst xmlns:a="http://schemas.openxmlformats.org/drawingml/2006/main">
              <a:ext uri="{FF2B5EF4-FFF2-40B4-BE49-F238E27FC236}">
                <a16:creationId xmlns:a16="http://schemas.microsoft.com/office/drawing/2014/main" id="{7EDFC614-FECE-4527-916B-3F56F79843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F3AADD98-A230-411A-87FD-8A5413EC7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7">
            <a:extLst xmlns:a="http://schemas.openxmlformats.org/drawingml/2006/main">
              <a:ext uri="{FF2B5EF4-FFF2-40B4-BE49-F238E27FC236}">
                <a16:creationId xmlns:a16="http://schemas.microsoft.com/office/drawing/2014/main" id="{8CDC5D62-CD68-4F30-8500-02BEAC465A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">
            <a:extLst xmlns:a="http://schemas.openxmlformats.org/drawingml/2006/main">
              <a:ext uri="{FF2B5EF4-FFF2-40B4-BE49-F238E27FC236}">
                <a16:creationId xmlns:a16="http://schemas.microsoft.com/office/drawing/2014/main" id="{A4F4CD16-D137-4069-8008-DC83DD3D70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2DD1336A-3EA2-44F2-B69E-CD0F8A0286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0C344E75-D553-467B-A2FF-222932D677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764AC636-AD52-4EB8-BED6-7BED3803F1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9">
            <a:extLst xmlns:a="http://schemas.openxmlformats.org/drawingml/2006/main">
              <a:ext uri="{FF2B5EF4-FFF2-40B4-BE49-F238E27FC236}">
                <a16:creationId xmlns:a16="http://schemas.microsoft.com/office/drawing/2014/main" id="{84354EC5-8B1B-42AF-B8D7-9037D84B6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9">
            <a:extLst xmlns:a="http://schemas.openxmlformats.org/drawingml/2006/main">
              <a:ext uri="{FF2B5EF4-FFF2-40B4-BE49-F238E27FC236}">
                <a16:creationId xmlns:a16="http://schemas.microsoft.com/office/drawing/2014/main" id="{8032788F-1427-4446-98A6-9601F13F3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EA9A1B22-C572-4797-96E5-383A3762CF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52661EE5-8731-4D93-9097-1970BEAFAD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D1DBA6A7-E821-49FE-BA94-064BB34FF2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1">
            <a:extLst xmlns:a="http://schemas.openxmlformats.org/drawingml/2006/main">
              <a:ext uri="{FF2B5EF4-FFF2-40B4-BE49-F238E27FC236}">
                <a16:creationId xmlns:a16="http://schemas.microsoft.com/office/drawing/2014/main" id="{88BE1956-EFF6-4FE9-9422-8EF504B07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2656A355-7457-4A0A-BA90-50AF3F72CD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4C517D0F-41C8-4231-8883-ABABD7F3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9FD29225-46DB-4DFF-B2CD-4C0784998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82AC2979-827D-41D7-8A4D-CF09656896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268CF97B-CD59-4BE8-8499-D242A04402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B72EE85B-72CD-471D-A278-4BBF51131E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A67365DF-ADA9-4ECE-8626-5C9115EBFD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B0161CCB-94B2-4DD8-AF5E-62A759BCC7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C08BD327-A852-4D2F-924A-FE3A82F9C77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4">
            <a:extLst xmlns:a="http://schemas.openxmlformats.org/drawingml/2006/main">
              <a:ext uri="{FF2B5EF4-FFF2-40B4-BE49-F238E27FC236}">
                <a16:creationId xmlns:a16="http://schemas.microsoft.com/office/drawing/2014/main" id="{52DAAEB0-76B1-4824-9E9A-CB3394459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4">
            <a:extLst xmlns:a="http://schemas.openxmlformats.org/drawingml/2006/main">
              <a:ext uri="{FF2B5EF4-FFF2-40B4-BE49-F238E27FC236}">
                <a16:creationId xmlns:a16="http://schemas.microsoft.com/office/drawing/2014/main" id="{2CF601F9-DB14-47A5-850F-3BE2F3A9C1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5">
            <a:extLst xmlns:a="http://schemas.openxmlformats.org/drawingml/2006/main">
              <a:ext uri="{FF2B5EF4-FFF2-40B4-BE49-F238E27FC236}">
                <a16:creationId xmlns:a16="http://schemas.microsoft.com/office/drawing/2014/main" id="{D4DDFDC8-ACD4-4644-9819-B469FB7276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64dbda104e4a32" /><Relationship Type="http://schemas.openxmlformats.org/officeDocument/2006/relationships/slideLayout" Target="/ppt/slideLayouts/slideLayout1.xml" Id="R5aa8032de97a49c8" /><Relationship Type="http://schemas.openxmlformats.org/officeDocument/2006/relationships/slideLayout" Target="/ppt/slideLayouts/slideLayout2.xml" Id="Rc401e25e46dc4af7" /><Relationship Type="http://schemas.openxmlformats.org/officeDocument/2006/relationships/slideLayout" Target="/ppt/slideLayouts/slideLayout3.xml" Id="R76ea84a0ab874f48" /><Relationship Type="http://schemas.openxmlformats.org/officeDocument/2006/relationships/slideLayout" Target="/ppt/slideLayouts/slideLayout4.xml" Id="Re51e19edea7f4cb7" /><Relationship Type="http://schemas.openxmlformats.org/officeDocument/2006/relationships/slideLayout" Target="/ppt/slideLayouts/slideLayout5.xml" Id="R1442ef2aa53248d5" /><Relationship Type="http://schemas.openxmlformats.org/officeDocument/2006/relationships/slideLayout" Target="/ppt/slideLayouts/slideLayout6.xml" Id="R52bb9c63f40d4c4f" /><Relationship Type="http://schemas.openxmlformats.org/officeDocument/2006/relationships/slideLayout" Target="/ppt/slideLayouts/slideLayout7.xml" Id="Rb3f4bcaf6c0c4fd2" /><Relationship Type="http://schemas.openxmlformats.org/officeDocument/2006/relationships/slideLayout" Target="/ppt/slideLayouts/slideLayout8.xml" Id="Rf0d88fc4ae6a4bb0" /><Relationship Type="http://schemas.openxmlformats.org/officeDocument/2006/relationships/slideLayout" Target="/ppt/slideLayouts/slideLayout9.xml" Id="R9abbdb2897bf4485" /><Relationship Type="http://schemas.openxmlformats.org/officeDocument/2006/relationships/slideLayout" Target="/ppt/slideLayouts/slideLayout10.xml" Id="R45b1d14b0dc84469" /><Relationship Type="http://schemas.openxmlformats.org/officeDocument/2006/relationships/slideLayout" Target="/ppt/slideLayouts/slideLayout11.xml" Id="R327d1cdf1f554c96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">
            <a:extLst xmlns:a="http://schemas.openxmlformats.org/drawingml/2006/main">
              <a:ext uri="{FF2B5EF4-FFF2-40B4-BE49-F238E27FC236}">
                <a16:creationId xmlns:a16="http://schemas.microsoft.com/office/drawing/2014/main" id="{E4D9C3ED-0A2A-4986-9D2E-7FF1A5BCB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8F687028-CEFB-466A-8161-9C05442066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A9FBDBB1-C3DA-4444-9EB6-6FD19C466C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a8032de97a49c8"/>
    <p:sldLayoutId xmlns:r="http://schemas.openxmlformats.org/officeDocument/2006/relationships" id="2147483650" r:id="Rc401e25e46dc4af7"/>
    <p:sldLayoutId xmlns:r="http://schemas.openxmlformats.org/officeDocument/2006/relationships" id="2147483651" r:id="R76ea84a0ab874f48"/>
    <p:sldLayoutId xmlns:r="http://schemas.openxmlformats.org/officeDocument/2006/relationships" id="2147483652" r:id="Re51e19edea7f4cb7"/>
    <p:sldLayoutId xmlns:r="http://schemas.openxmlformats.org/officeDocument/2006/relationships" id="2147483653" r:id="R1442ef2aa53248d5"/>
    <p:sldLayoutId xmlns:r="http://schemas.openxmlformats.org/officeDocument/2006/relationships" id="2147483654" r:id="R52bb9c63f40d4c4f"/>
    <p:sldLayoutId xmlns:r="http://schemas.openxmlformats.org/officeDocument/2006/relationships" id="2147483655" r:id="Rb3f4bcaf6c0c4fd2"/>
    <p:sldLayoutId xmlns:r="http://schemas.openxmlformats.org/officeDocument/2006/relationships" id="2147483656" r:id="Rf0d88fc4ae6a4bb0"/>
    <p:sldLayoutId xmlns:r="http://schemas.openxmlformats.org/officeDocument/2006/relationships" id="2147483657" r:id="R9abbdb2897bf4485"/>
    <p:sldLayoutId xmlns:r="http://schemas.openxmlformats.org/officeDocument/2006/relationships" id="2147483658" r:id="R45b1d14b0dc84469"/>
    <p:sldLayoutId xmlns:r="http://schemas.openxmlformats.org/officeDocument/2006/relationships" id="2147483659" r:id="R327d1cdf1f554c9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8b13b9b84467b" /><Relationship Type="http://schemas.openxmlformats.org/officeDocument/2006/relationships/image" Target="/ppt/media/image.png" Id="R6e3921d3a5974493" /><Relationship Type="http://schemas.openxmlformats.org/officeDocument/2006/relationships/notesSlide" Target="/ppt/notesSlides/notesSlide1.xml" Id="R4bd95468744f49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69dbe935b4ca4" /><Relationship Type="http://schemas.openxmlformats.org/officeDocument/2006/relationships/notesSlide" Target="/ppt/notesSlides/notesSlide2.xml" Id="Raacb2b1616a647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302e4ed2d4028" /><Relationship Type="http://schemas.openxmlformats.org/officeDocument/2006/relationships/notesSlide" Target="/ppt/notesSlides/notesSlide3.xml" Id="R3c824c33eaec4a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B61DC35D-0A3D-4FCC-BD45-3F48CCBDC6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>JanaMen</a:t>
            </a:r>
            <a:endParaRPr/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E68B809B-5D20-40C9-A0D4-90A0DF84A5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Кейс Digital HR · Команда 37</a:t>
            </a:r>
            <a:endParaRPr/>
          </a:p>
        </p:txBody>
      </p:sp>
      <p:pic>
        <p:nvPicPr>
          <p:cNvPr id="56" name="Google Shape;56;p1">
            <a:extLst xmlns:a="http://schemas.openxmlformats.org/drawingml/2006/main">
              <a:ext uri="{FF2B5EF4-FFF2-40B4-BE49-F238E27FC236}">
                <a16:creationId xmlns:a16="http://schemas.microsoft.com/office/drawing/2014/main" id="{C0D6C0A7-6D12-4838-AFC9-D4083FC09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3921d3a59744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4356099" cy="744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">
            <a:extLst xmlns:a="http://schemas.openxmlformats.org/drawingml/2006/main">
              <a:ext uri="{FF2B5EF4-FFF2-40B4-BE49-F238E27FC236}">
                <a16:creationId xmlns:a16="http://schemas.microsoft.com/office/drawing/2014/main" id="{54CB71C1-0DE8-4496-9873-D0776963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75" y="4670225"/>
            <a:ext cx="23160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Караганда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14887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C9679614-3EF2-4DF4-91F3-017CD969A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>Краткое описание проделанной работы</a:t>
            </a:r>
            <a:endParaRPr/>
          </a:p>
        </p:txBody>
      </p:sp>
      <p:sp>
        <p:nvSpPr>
          <p:cNvPr id="63" name="overview lead">
            <a:extLst xmlns:a="http://schemas.openxmlformats.org/drawingml/2006/main">
              <a:ext uri="{FF2B5EF4-FFF2-40B4-BE49-F238E27FC236}">
                <a16:creationId xmlns:a16="http://schemas.microsoft.com/office/drawing/2014/main" id="{49BF73FF-FC88-484B-90A5-15592EC0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Единая HR-платформа для сотрудников Jana Post.</a:t>
            </a:r>
          </a:p>
        </p:txBody>
      </p:sp>
      <p:sp>
        <p:nvSpPr>
          <p:cNvPr id="64" name="overview heading 1">
            <a:extLst xmlns:a="http://schemas.openxmlformats.org/drawingml/2006/main">
              <a:ext uri="{FF2B5EF4-FFF2-40B4-BE49-F238E27FC236}">
                <a16:creationId xmlns:a16="http://schemas.microsoft.com/office/drawing/2014/main" id="{3749DBEC-D052-46F1-BBFF-B3D9903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Заявки</a:t>
            </a:r>
          </a:p>
        </p:txBody>
      </p:sp>
      <p:sp>
        <p:nvSpPr>
          <p:cNvPr id="65" name="overview detail 1">
            <a:extLst xmlns:a="http://schemas.openxmlformats.org/drawingml/2006/main">
              <a:ext uri="{FF2B5EF4-FFF2-40B4-BE49-F238E27FC236}">
                <a16:creationId xmlns:a16="http://schemas.microsoft.com/office/drawing/2014/main" id="{3B88B743-9C5E-47C2-9869-173A7701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Отпуск и аванс: подача, статусы и история решения.</a:t>
            </a:r>
          </a:p>
        </p:txBody>
      </p:sp>
      <p:sp>
        <p:nvSpPr>
          <p:cNvPr id="66" name="overview heading 2">
            <a:extLst xmlns:a="http://schemas.openxmlformats.org/drawingml/2006/main">
              <a:ext uri="{FF2B5EF4-FFF2-40B4-BE49-F238E27FC236}">
                <a16:creationId xmlns:a16="http://schemas.microsoft.com/office/drawing/2014/main" id="{1097F577-859F-44CF-853F-90F4646E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Обучение</a:t>
            </a:r>
          </a:p>
        </p:txBody>
      </p:sp>
      <p:sp>
        <p:nvSpPr>
          <p:cNvPr id="67" name="overview detail 2">
            <a:extLst xmlns:a="http://schemas.openxmlformats.org/drawingml/2006/main">
              <a:ext uri="{FF2B5EF4-FFF2-40B4-BE49-F238E27FC236}">
                <a16:creationId xmlns:a16="http://schemas.microsoft.com/office/drawing/2014/main" id="{51E58EBE-5C38-4F26-8E8D-9C1C7E5E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Jana Academy хранит прогресс по 30 курсам.</a:t>
            </a:r>
          </a:p>
        </p:txBody>
      </p:sp>
      <p:sp>
        <p:nvSpPr>
          <p:cNvPr id="68" name="overview heading 3">
            <a:extLst xmlns:a="http://schemas.openxmlformats.org/drawingml/2006/main">
              <a:ext uri="{FF2B5EF4-FFF2-40B4-BE49-F238E27FC236}">
                <a16:creationId xmlns:a16="http://schemas.microsoft.com/office/drawing/2014/main" id="{5E699ACF-7866-43DE-B5E8-7E645CE7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Помощник Jana</a:t>
            </a:r>
          </a:p>
        </p:txBody>
      </p:sp>
      <p:sp>
        <p:nvSpPr>
          <p:cNvPr id="69" name="overview detail 3">
            <a:extLst xmlns:a="http://schemas.openxmlformats.org/drawingml/2006/main">
              <a:ext uri="{FF2B5EF4-FFF2-40B4-BE49-F238E27FC236}">
                <a16:creationId xmlns:a16="http://schemas.microsoft.com/office/drawing/2014/main" id="{66292ADE-D735-4C0A-A18A-703706BC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Отвечает по документам и указывает источник.</a:t>
            </a:r>
          </a:p>
        </p:txBody>
      </p:sp>
      <p:sp>
        <p:nvSpPr>
          <p:cNvPr id="70" name="overview heading 4">
            <a:extLst xmlns:a="http://schemas.openxmlformats.org/drawingml/2006/main">
              <a:ext uri="{FF2B5EF4-FFF2-40B4-BE49-F238E27FC236}">
                <a16:creationId xmlns:a16="http://schemas.microsoft.com/office/drawing/2014/main" id="{2E77A26C-DD3F-400C-B2FB-29867D0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Роли</a:t>
            </a:r>
          </a:p>
        </p:txBody>
      </p:sp>
      <p:sp>
        <p:nvSpPr>
          <p:cNvPr id="71" name="overview detail 4">
            <a:extLst xmlns:a="http://schemas.openxmlformats.org/drawingml/2006/main">
              <a:ext uri="{FF2B5EF4-FFF2-40B4-BE49-F238E27FC236}">
                <a16:creationId xmlns:a16="http://schemas.microsoft.com/office/drawing/2014/main" id="{83BC7CBC-D803-479D-A194-B0A9BB30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67125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Сотрудник, руководитель и HR видят свои рабочие процессы.</a:t>
            </a:r>
          </a:p>
        </p:txBody>
      </p:sp>
    </p:spTree>
    <p:extLst>
      <p:ext uri="{BB962C8B-B14F-4D97-AF65-F5344CB8AC3E}">
        <p14:creationId xmlns:p14="http://schemas.microsoft.com/office/powerpoint/2010/main" val="2930144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C30CC277-D252-4B91-A848-ABB289567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>Демонстрация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156255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2026-10-18T12:03:41.4430000Z</dcterms:created>
  <dcterms:modified xsi:type="dcterms:W3CDTF">2026-10-18T12:03:41.4430000Z</dcterms:modified>
</coreProperties>
</file>